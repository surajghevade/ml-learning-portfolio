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9" r:id="rId3"/>
    <p:sldId id="269" r:id="rId4"/>
    <p:sldId id="257" r:id="rId5"/>
    <p:sldId id="270" r:id="rId6"/>
    <p:sldId id="258" r:id="rId7"/>
    <p:sldId id="26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0F1128-FC8B-4C58-B23D-2CE6F2A8D870}" type="doc">
      <dgm:prSet loTypeId="urn:microsoft.com/office/officeart/2005/8/layout/vList2" loCatId="list" qsTypeId="urn:microsoft.com/office/officeart/2005/8/quickstyle/3d2" qsCatId="3D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DFD90D36-101A-43FC-A47C-A087EFD3FB1E}">
      <dgm:prSet custT="1"/>
      <dgm:spPr/>
      <dgm:t>
        <a:bodyPr/>
        <a:lstStyle/>
        <a:p>
          <a:pPr algn="ctr"/>
          <a:r>
            <a:rPr lang="en-US" sz="88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rPr>
            <a:t>T</a:t>
          </a:r>
          <a:r>
            <a:rPr lang="en-US" sz="52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rPr>
            <a:t>raining</a:t>
          </a:r>
          <a:r>
            <a:rPr lang="en-US" sz="5200" b="1" dirty="0">
              <a:latin typeface="Arial" panose="020B0604020202020204" pitchFamily="34" charset="0"/>
              <a:cs typeface="Arial" panose="020B0604020202020204" pitchFamily="34" charset="0"/>
            </a:rPr>
            <a:t>,</a:t>
          </a:r>
        </a:p>
        <a:p>
          <a:pPr algn="ctr"/>
          <a:r>
            <a:rPr lang="en-US" sz="8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rPr>
            <a:t>T</a:t>
          </a:r>
          <a:r>
            <a:rPr lang="en-US" sz="5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rPr>
            <a:t>esting</a:t>
          </a:r>
          <a:r>
            <a:rPr lang="en-US" sz="52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  <a:p>
          <a:pPr algn="ctr"/>
          <a:r>
            <a:rPr lang="en-US" sz="5200" b="1" dirty="0">
              <a:latin typeface="Arial" panose="020B0604020202020204" pitchFamily="34" charset="0"/>
              <a:cs typeface="Arial" panose="020B0604020202020204" pitchFamily="34" charset="0"/>
            </a:rPr>
            <a:t>and </a:t>
          </a:r>
        </a:p>
        <a:p>
          <a:pPr algn="ctr"/>
          <a:r>
            <a:rPr lang="en-US" sz="88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rPr>
            <a:t>M</a:t>
          </a:r>
          <a:r>
            <a:rPr lang="en-US" sz="52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rPr>
            <a:t>odel </a:t>
          </a:r>
          <a:r>
            <a:rPr lang="en-US" sz="88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rPr>
            <a:t>E</a:t>
          </a:r>
          <a:r>
            <a:rPr lang="en-US" sz="52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rPr>
            <a:t>valuation </a:t>
          </a:r>
        </a:p>
        <a:p>
          <a:pPr algn="ctr"/>
          <a:r>
            <a:rPr lang="en-US" sz="5200" b="1" dirty="0">
              <a:latin typeface="Arial" panose="020B0604020202020204" pitchFamily="34" charset="0"/>
              <a:cs typeface="Arial" panose="020B0604020202020204" pitchFamily="34" charset="0"/>
            </a:rPr>
            <a:t>in </a:t>
          </a:r>
          <a:r>
            <a:rPr lang="en-US" sz="6600" b="1" dirty="0">
              <a:latin typeface="Arial" panose="020B0604020202020204" pitchFamily="34" charset="0"/>
              <a:cs typeface="Arial" panose="020B0604020202020204" pitchFamily="34" charset="0"/>
            </a:rPr>
            <a:t>M</a:t>
          </a:r>
          <a:r>
            <a:rPr lang="en-US" sz="5200" b="1" dirty="0">
              <a:latin typeface="Arial" panose="020B0604020202020204" pitchFamily="34" charset="0"/>
              <a:cs typeface="Arial" panose="020B0604020202020204" pitchFamily="34" charset="0"/>
            </a:rPr>
            <a:t>achine </a:t>
          </a:r>
          <a:r>
            <a:rPr lang="en-US" sz="8000" b="1" dirty="0">
              <a:latin typeface="Arial" panose="020B0604020202020204" pitchFamily="34" charset="0"/>
              <a:cs typeface="Arial" panose="020B0604020202020204" pitchFamily="34" charset="0"/>
            </a:rPr>
            <a:t>L</a:t>
          </a:r>
          <a:r>
            <a:rPr lang="en-US" sz="5200" b="1" dirty="0">
              <a:latin typeface="Arial" panose="020B0604020202020204" pitchFamily="34" charset="0"/>
              <a:cs typeface="Arial" panose="020B0604020202020204" pitchFamily="34" charset="0"/>
            </a:rPr>
            <a:t>earning</a:t>
          </a:r>
          <a:endParaRPr lang="en-IN" sz="52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F7ABF58-DB08-49B6-A08C-2456DB392F6A}" type="parTrans" cxnId="{F67D0BB9-D555-49B6-B066-9077A56DCFF6}">
      <dgm:prSet/>
      <dgm:spPr/>
      <dgm:t>
        <a:bodyPr/>
        <a:lstStyle/>
        <a:p>
          <a:pPr algn="ctr"/>
          <a:endParaRPr lang="en-IN"/>
        </a:p>
      </dgm:t>
    </dgm:pt>
    <dgm:pt modelId="{9C89B174-A889-4CC2-B077-E84DF3711F42}" type="sibTrans" cxnId="{F67D0BB9-D555-49B6-B066-9077A56DCFF6}">
      <dgm:prSet/>
      <dgm:spPr/>
      <dgm:t>
        <a:bodyPr/>
        <a:lstStyle/>
        <a:p>
          <a:pPr algn="ctr"/>
          <a:endParaRPr lang="en-IN"/>
        </a:p>
      </dgm:t>
    </dgm:pt>
    <dgm:pt modelId="{22B94E6C-1628-4B8F-8C5C-723E64D4C5F9}" type="pres">
      <dgm:prSet presAssocID="{E70F1128-FC8B-4C58-B23D-2CE6F2A8D870}" presName="linear" presStyleCnt="0">
        <dgm:presLayoutVars>
          <dgm:animLvl val="lvl"/>
          <dgm:resizeHandles val="exact"/>
        </dgm:presLayoutVars>
      </dgm:prSet>
      <dgm:spPr/>
    </dgm:pt>
    <dgm:pt modelId="{74FA97DC-F63B-4C84-A348-199BD215A205}" type="pres">
      <dgm:prSet presAssocID="{DFD90D36-101A-43FC-A47C-A087EFD3FB1E}" presName="parentText" presStyleLbl="node1" presStyleIdx="0" presStyleCnt="1" custScaleY="635893" custLinFactY="-56436" custLinFactNeighborX="-21990" custLinFactNeighborY="-100000">
        <dgm:presLayoutVars>
          <dgm:chMax val="0"/>
          <dgm:bulletEnabled val="1"/>
        </dgm:presLayoutVars>
      </dgm:prSet>
      <dgm:spPr/>
    </dgm:pt>
  </dgm:ptLst>
  <dgm:cxnLst>
    <dgm:cxn modelId="{A8AC424F-1B83-4EE1-8B55-439D9A80BF2F}" type="presOf" srcId="{DFD90D36-101A-43FC-A47C-A087EFD3FB1E}" destId="{74FA97DC-F63B-4C84-A348-199BD215A205}" srcOrd="0" destOrd="0" presId="urn:microsoft.com/office/officeart/2005/8/layout/vList2"/>
    <dgm:cxn modelId="{F67D0BB9-D555-49B6-B066-9077A56DCFF6}" srcId="{E70F1128-FC8B-4C58-B23D-2CE6F2A8D870}" destId="{DFD90D36-101A-43FC-A47C-A087EFD3FB1E}" srcOrd="0" destOrd="0" parTransId="{BF7ABF58-DB08-49B6-A08C-2456DB392F6A}" sibTransId="{9C89B174-A889-4CC2-B077-E84DF3711F42}"/>
    <dgm:cxn modelId="{7C4023DE-BDBC-4A90-8352-956B7E75DC60}" type="presOf" srcId="{E70F1128-FC8B-4C58-B23D-2CE6F2A8D870}" destId="{22B94E6C-1628-4B8F-8C5C-723E64D4C5F9}" srcOrd="0" destOrd="0" presId="urn:microsoft.com/office/officeart/2005/8/layout/vList2"/>
    <dgm:cxn modelId="{A0C40F27-393C-406B-9978-6F1E18826B36}" type="presParOf" srcId="{22B94E6C-1628-4B8F-8C5C-723E64D4C5F9}" destId="{74FA97DC-F63B-4C84-A348-199BD215A20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D374B59-6FC4-4167-99DC-062E6AEF76E2}" type="doc">
      <dgm:prSet loTypeId="urn:microsoft.com/office/officeart/2005/8/layout/venn3" loCatId="relationship" qsTypeId="urn:microsoft.com/office/officeart/2005/8/quickstyle/3d2" qsCatId="3D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5FBDE779-5893-4FEE-843C-B76DF207C39A}">
      <dgm:prSet custT="1"/>
      <dgm:spPr/>
      <dgm:t>
        <a:bodyPr/>
        <a:lstStyle/>
        <a:p>
          <a:r>
            <a:rPr lang="en-US" sz="4000" b="1" dirty="0">
              <a:solidFill>
                <a:srgbClr val="FF0000"/>
              </a:solidFill>
            </a:rPr>
            <a:t>Let Consider Data Set is having 10 Data </a:t>
          </a:r>
          <a:endParaRPr lang="en-IN" sz="4000" b="1" dirty="0">
            <a:solidFill>
              <a:srgbClr val="FF0000"/>
            </a:solidFill>
          </a:endParaRPr>
        </a:p>
      </dgm:t>
    </dgm:pt>
    <dgm:pt modelId="{7C7058B9-A7B2-4551-B653-E5BC84A83955}" type="parTrans" cxnId="{074B626B-3FB1-4EE1-A0DC-21BADB3D8D38}">
      <dgm:prSet/>
      <dgm:spPr/>
      <dgm:t>
        <a:bodyPr/>
        <a:lstStyle/>
        <a:p>
          <a:endParaRPr lang="en-IN" sz="4000" b="1"/>
        </a:p>
      </dgm:t>
    </dgm:pt>
    <dgm:pt modelId="{2A2147AD-6CC0-4FB2-9733-F0B6F5CA7123}" type="sibTrans" cxnId="{074B626B-3FB1-4EE1-A0DC-21BADB3D8D38}">
      <dgm:prSet/>
      <dgm:spPr/>
      <dgm:t>
        <a:bodyPr/>
        <a:lstStyle/>
        <a:p>
          <a:endParaRPr lang="en-IN" sz="4000" b="1"/>
        </a:p>
      </dgm:t>
    </dgm:pt>
    <dgm:pt modelId="{FAAAF6D9-2A5A-4745-B170-9123C41A800F}">
      <dgm:prSet custT="1"/>
      <dgm:spPr/>
      <dgm:t>
        <a:bodyPr/>
        <a:lstStyle/>
        <a:p>
          <a:r>
            <a:rPr lang="en-US" sz="4000" b="1" dirty="0">
              <a:solidFill>
                <a:srgbClr val="002060"/>
              </a:solidFill>
            </a:rPr>
            <a:t>7 Data Use for Training</a:t>
          </a:r>
          <a:endParaRPr lang="en-IN" sz="4000" b="1" dirty="0">
            <a:solidFill>
              <a:srgbClr val="002060"/>
            </a:solidFill>
          </a:endParaRPr>
        </a:p>
      </dgm:t>
    </dgm:pt>
    <dgm:pt modelId="{FC0CC56F-00B2-4081-AC7F-7E4DC2EBDEFA}" type="parTrans" cxnId="{7B2F8ED5-7986-44B9-B316-396AD3A164E5}">
      <dgm:prSet/>
      <dgm:spPr/>
      <dgm:t>
        <a:bodyPr/>
        <a:lstStyle/>
        <a:p>
          <a:endParaRPr lang="en-IN" sz="4000" b="1"/>
        </a:p>
      </dgm:t>
    </dgm:pt>
    <dgm:pt modelId="{E0E14919-848F-45D0-BB4A-51721E2398B4}" type="sibTrans" cxnId="{7B2F8ED5-7986-44B9-B316-396AD3A164E5}">
      <dgm:prSet/>
      <dgm:spPr/>
      <dgm:t>
        <a:bodyPr/>
        <a:lstStyle/>
        <a:p>
          <a:endParaRPr lang="en-IN" sz="4000" b="1"/>
        </a:p>
      </dgm:t>
    </dgm:pt>
    <dgm:pt modelId="{7E08AAD3-7577-460E-91AB-B1B096777307}">
      <dgm:prSet custT="1"/>
      <dgm:spPr/>
      <dgm:t>
        <a:bodyPr/>
        <a:lstStyle/>
        <a:p>
          <a:r>
            <a:rPr lang="en-US" sz="4000" b="1" dirty="0">
              <a:solidFill>
                <a:schemeClr val="accent6"/>
              </a:solidFill>
            </a:rPr>
            <a:t>3 Data Use for Testing</a:t>
          </a:r>
          <a:endParaRPr lang="en-IN" sz="4000" b="1" dirty="0">
            <a:solidFill>
              <a:schemeClr val="accent6"/>
            </a:solidFill>
          </a:endParaRPr>
        </a:p>
      </dgm:t>
    </dgm:pt>
    <dgm:pt modelId="{A80777F1-85DE-4527-9EC2-17A22A8FC162}" type="parTrans" cxnId="{A792632F-6104-4D2E-BCCF-A7B3C1693DFD}">
      <dgm:prSet/>
      <dgm:spPr/>
      <dgm:t>
        <a:bodyPr/>
        <a:lstStyle/>
        <a:p>
          <a:endParaRPr lang="en-IN" sz="4000" b="1"/>
        </a:p>
      </dgm:t>
    </dgm:pt>
    <dgm:pt modelId="{FB66579C-DF23-423F-8362-5F7A2857A6E0}" type="sibTrans" cxnId="{A792632F-6104-4D2E-BCCF-A7B3C1693DFD}">
      <dgm:prSet/>
      <dgm:spPr/>
      <dgm:t>
        <a:bodyPr/>
        <a:lstStyle/>
        <a:p>
          <a:endParaRPr lang="en-IN" sz="4000" b="1"/>
        </a:p>
      </dgm:t>
    </dgm:pt>
    <dgm:pt modelId="{8336669B-3234-4BEC-A322-A1516AC63F1F}" type="pres">
      <dgm:prSet presAssocID="{5D374B59-6FC4-4167-99DC-062E6AEF76E2}" presName="Name0" presStyleCnt="0">
        <dgm:presLayoutVars>
          <dgm:dir/>
          <dgm:resizeHandles val="exact"/>
        </dgm:presLayoutVars>
      </dgm:prSet>
      <dgm:spPr/>
    </dgm:pt>
    <dgm:pt modelId="{B48391FC-B016-49B6-810D-9316EBD0B942}" type="pres">
      <dgm:prSet presAssocID="{5FBDE779-5893-4FEE-843C-B76DF207C39A}" presName="Name5" presStyleLbl="vennNode1" presStyleIdx="0" presStyleCnt="3">
        <dgm:presLayoutVars>
          <dgm:bulletEnabled val="1"/>
        </dgm:presLayoutVars>
      </dgm:prSet>
      <dgm:spPr/>
    </dgm:pt>
    <dgm:pt modelId="{A4DB97C3-C6AA-4E11-BE1E-579653DD6871}" type="pres">
      <dgm:prSet presAssocID="{2A2147AD-6CC0-4FB2-9733-F0B6F5CA7123}" presName="space" presStyleCnt="0"/>
      <dgm:spPr/>
    </dgm:pt>
    <dgm:pt modelId="{E93C9418-9F1A-49EE-B6C1-2F35888817B3}" type="pres">
      <dgm:prSet presAssocID="{FAAAF6D9-2A5A-4745-B170-9123C41A800F}" presName="Name5" presStyleLbl="vennNode1" presStyleIdx="1" presStyleCnt="3">
        <dgm:presLayoutVars>
          <dgm:bulletEnabled val="1"/>
        </dgm:presLayoutVars>
      </dgm:prSet>
      <dgm:spPr/>
    </dgm:pt>
    <dgm:pt modelId="{99901497-F9D4-458A-873D-641C30ACA1CB}" type="pres">
      <dgm:prSet presAssocID="{E0E14919-848F-45D0-BB4A-51721E2398B4}" presName="space" presStyleCnt="0"/>
      <dgm:spPr/>
    </dgm:pt>
    <dgm:pt modelId="{CCA1F2CD-193D-4833-90DC-B0649FE32C34}" type="pres">
      <dgm:prSet presAssocID="{7E08AAD3-7577-460E-91AB-B1B096777307}" presName="Name5" presStyleLbl="vennNode1" presStyleIdx="2" presStyleCnt="3">
        <dgm:presLayoutVars>
          <dgm:bulletEnabled val="1"/>
        </dgm:presLayoutVars>
      </dgm:prSet>
      <dgm:spPr/>
    </dgm:pt>
  </dgm:ptLst>
  <dgm:cxnLst>
    <dgm:cxn modelId="{16C7E607-D023-4C9D-B4EA-242FC5CB761E}" type="presOf" srcId="{5D374B59-6FC4-4167-99DC-062E6AEF76E2}" destId="{8336669B-3234-4BEC-A322-A1516AC63F1F}" srcOrd="0" destOrd="0" presId="urn:microsoft.com/office/officeart/2005/8/layout/venn3"/>
    <dgm:cxn modelId="{A792632F-6104-4D2E-BCCF-A7B3C1693DFD}" srcId="{5D374B59-6FC4-4167-99DC-062E6AEF76E2}" destId="{7E08AAD3-7577-460E-91AB-B1B096777307}" srcOrd="2" destOrd="0" parTransId="{A80777F1-85DE-4527-9EC2-17A22A8FC162}" sibTransId="{FB66579C-DF23-423F-8362-5F7A2857A6E0}"/>
    <dgm:cxn modelId="{074B626B-3FB1-4EE1-A0DC-21BADB3D8D38}" srcId="{5D374B59-6FC4-4167-99DC-062E6AEF76E2}" destId="{5FBDE779-5893-4FEE-843C-B76DF207C39A}" srcOrd="0" destOrd="0" parTransId="{7C7058B9-A7B2-4551-B653-E5BC84A83955}" sibTransId="{2A2147AD-6CC0-4FB2-9733-F0B6F5CA7123}"/>
    <dgm:cxn modelId="{CE5D9E6E-B003-4184-A131-68ACF07E6CAB}" type="presOf" srcId="{FAAAF6D9-2A5A-4745-B170-9123C41A800F}" destId="{E93C9418-9F1A-49EE-B6C1-2F35888817B3}" srcOrd="0" destOrd="0" presId="urn:microsoft.com/office/officeart/2005/8/layout/venn3"/>
    <dgm:cxn modelId="{CF11E94F-5D19-47F1-862C-8A3950A1482B}" type="presOf" srcId="{7E08AAD3-7577-460E-91AB-B1B096777307}" destId="{CCA1F2CD-193D-4833-90DC-B0649FE32C34}" srcOrd="0" destOrd="0" presId="urn:microsoft.com/office/officeart/2005/8/layout/venn3"/>
    <dgm:cxn modelId="{7B2F8ED5-7986-44B9-B316-396AD3A164E5}" srcId="{5D374B59-6FC4-4167-99DC-062E6AEF76E2}" destId="{FAAAF6D9-2A5A-4745-B170-9123C41A800F}" srcOrd="1" destOrd="0" parTransId="{FC0CC56F-00B2-4081-AC7F-7E4DC2EBDEFA}" sibTransId="{E0E14919-848F-45D0-BB4A-51721E2398B4}"/>
    <dgm:cxn modelId="{E88061F4-0690-48BF-9911-C603033B2F1F}" type="presOf" srcId="{5FBDE779-5893-4FEE-843C-B76DF207C39A}" destId="{B48391FC-B016-49B6-810D-9316EBD0B942}" srcOrd="0" destOrd="0" presId="urn:microsoft.com/office/officeart/2005/8/layout/venn3"/>
    <dgm:cxn modelId="{7CBE8DCD-1024-4EB4-9A04-A8F5974D9A29}" type="presParOf" srcId="{8336669B-3234-4BEC-A322-A1516AC63F1F}" destId="{B48391FC-B016-49B6-810D-9316EBD0B942}" srcOrd="0" destOrd="0" presId="urn:microsoft.com/office/officeart/2005/8/layout/venn3"/>
    <dgm:cxn modelId="{55B2CDE3-9D68-4087-936C-0E71D0147B28}" type="presParOf" srcId="{8336669B-3234-4BEC-A322-A1516AC63F1F}" destId="{A4DB97C3-C6AA-4E11-BE1E-579653DD6871}" srcOrd="1" destOrd="0" presId="urn:microsoft.com/office/officeart/2005/8/layout/venn3"/>
    <dgm:cxn modelId="{3B1757D7-E70A-4D88-BC90-94B28CD2574D}" type="presParOf" srcId="{8336669B-3234-4BEC-A322-A1516AC63F1F}" destId="{E93C9418-9F1A-49EE-B6C1-2F35888817B3}" srcOrd="2" destOrd="0" presId="urn:microsoft.com/office/officeart/2005/8/layout/venn3"/>
    <dgm:cxn modelId="{5C85AF93-1F6C-4002-9E05-E1B9E49D05A7}" type="presParOf" srcId="{8336669B-3234-4BEC-A322-A1516AC63F1F}" destId="{99901497-F9D4-458A-873D-641C30ACA1CB}" srcOrd="3" destOrd="0" presId="urn:microsoft.com/office/officeart/2005/8/layout/venn3"/>
    <dgm:cxn modelId="{FD500DD5-084D-4978-83E8-9C9BDE4ABEFC}" type="presParOf" srcId="{8336669B-3234-4BEC-A322-A1516AC63F1F}" destId="{CCA1F2CD-193D-4833-90DC-B0649FE32C34}" srcOrd="4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D374B59-6FC4-4167-99DC-062E6AEF76E2}" type="doc">
      <dgm:prSet loTypeId="urn:microsoft.com/office/officeart/2005/8/layout/venn3" loCatId="relationship" qsTypeId="urn:microsoft.com/office/officeart/2005/8/quickstyle/3d2" qsCatId="3D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FAAAF6D9-2A5A-4745-B170-9123C41A800F}">
      <dgm:prSet custT="1"/>
      <dgm:spPr/>
      <dgm:t>
        <a:bodyPr/>
        <a:lstStyle/>
        <a:p>
          <a:r>
            <a:rPr lang="en-US" sz="4000" b="1" dirty="0">
              <a:solidFill>
                <a:srgbClr val="002060"/>
              </a:solidFill>
            </a:rPr>
            <a:t>70% Data Use for Training</a:t>
          </a:r>
          <a:endParaRPr lang="en-IN" sz="4000" b="1" dirty="0">
            <a:solidFill>
              <a:srgbClr val="002060"/>
            </a:solidFill>
          </a:endParaRPr>
        </a:p>
      </dgm:t>
    </dgm:pt>
    <dgm:pt modelId="{FC0CC56F-00B2-4081-AC7F-7E4DC2EBDEFA}" type="parTrans" cxnId="{7B2F8ED5-7986-44B9-B316-396AD3A164E5}">
      <dgm:prSet/>
      <dgm:spPr/>
      <dgm:t>
        <a:bodyPr/>
        <a:lstStyle/>
        <a:p>
          <a:endParaRPr lang="en-IN" sz="4000" b="1"/>
        </a:p>
      </dgm:t>
    </dgm:pt>
    <dgm:pt modelId="{E0E14919-848F-45D0-BB4A-51721E2398B4}" type="sibTrans" cxnId="{7B2F8ED5-7986-44B9-B316-396AD3A164E5}">
      <dgm:prSet/>
      <dgm:spPr/>
      <dgm:t>
        <a:bodyPr/>
        <a:lstStyle/>
        <a:p>
          <a:endParaRPr lang="en-IN" sz="4000" b="1"/>
        </a:p>
      </dgm:t>
    </dgm:pt>
    <dgm:pt modelId="{7E08AAD3-7577-460E-91AB-B1B096777307}">
      <dgm:prSet custT="1"/>
      <dgm:spPr/>
      <dgm:t>
        <a:bodyPr/>
        <a:lstStyle/>
        <a:p>
          <a:r>
            <a:rPr lang="en-US" sz="4000" b="1" dirty="0">
              <a:solidFill>
                <a:schemeClr val="accent6"/>
              </a:solidFill>
            </a:rPr>
            <a:t>30% Data Use for Testing</a:t>
          </a:r>
          <a:endParaRPr lang="en-IN" sz="4000" b="1" dirty="0">
            <a:solidFill>
              <a:schemeClr val="accent6"/>
            </a:solidFill>
          </a:endParaRPr>
        </a:p>
      </dgm:t>
    </dgm:pt>
    <dgm:pt modelId="{A80777F1-85DE-4527-9EC2-17A22A8FC162}" type="parTrans" cxnId="{A792632F-6104-4D2E-BCCF-A7B3C1693DFD}">
      <dgm:prSet/>
      <dgm:spPr/>
      <dgm:t>
        <a:bodyPr/>
        <a:lstStyle/>
        <a:p>
          <a:endParaRPr lang="en-IN" sz="4000" b="1"/>
        </a:p>
      </dgm:t>
    </dgm:pt>
    <dgm:pt modelId="{FB66579C-DF23-423F-8362-5F7A2857A6E0}" type="sibTrans" cxnId="{A792632F-6104-4D2E-BCCF-A7B3C1693DFD}">
      <dgm:prSet/>
      <dgm:spPr/>
      <dgm:t>
        <a:bodyPr/>
        <a:lstStyle/>
        <a:p>
          <a:endParaRPr lang="en-IN" sz="4000" b="1"/>
        </a:p>
      </dgm:t>
    </dgm:pt>
    <dgm:pt modelId="{8336669B-3234-4BEC-A322-A1516AC63F1F}" type="pres">
      <dgm:prSet presAssocID="{5D374B59-6FC4-4167-99DC-062E6AEF76E2}" presName="Name0" presStyleCnt="0">
        <dgm:presLayoutVars>
          <dgm:dir/>
          <dgm:resizeHandles val="exact"/>
        </dgm:presLayoutVars>
      </dgm:prSet>
      <dgm:spPr/>
    </dgm:pt>
    <dgm:pt modelId="{E93C9418-9F1A-49EE-B6C1-2F35888817B3}" type="pres">
      <dgm:prSet presAssocID="{FAAAF6D9-2A5A-4745-B170-9123C41A800F}" presName="Name5" presStyleLbl="vennNode1" presStyleIdx="0" presStyleCnt="2">
        <dgm:presLayoutVars>
          <dgm:bulletEnabled val="1"/>
        </dgm:presLayoutVars>
      </dgm:prSet>
      <dgm:spPr/>
    </dgm:pt>
    <dgm:pt modelId="{99901497-F9D4-458A-873D-641C30ACA1CB}" type="pres">
      <dgm:prSet presAssocID="{E0E14919-848F-45D0-BB4A-51721E2398B4}" presName="space" presStyleCnt="0"/>
      <dgm:spPr/>
    </dgm:pt>
    <dgm:pt modelId="{CCA1F2CD-193D-4833-90DC-B0649FE32C34}" type="pres">
      <dgm:prSet presAssocID="{7E08AAD3-7577-460E-91AB-B1B096777307}" presName="Name5" presStyleLbl="vennNode1" presStyleIdx="1" presStyleCnt="2">
        <dgm:presLayoutVars>
          <dgm:bulletEnabled val="1"/>
        </dgm:presLayoutVars>
      </dgm:prSet>
      <dgm:spPr/>
    </dgm:pt>
  </dgm:ptLst>
  <dgm:cxnLst>
    <dgm:cxn modelId="{16C7E607-D023-4C9D-B4EA-242FC5CB761E}" type="presOf" srcId="{5D374B59-6FC4-4167-99DC-062E6AEF76E2}" destId="{8336669B-3234-4BEC-A322-A1516AC63F1F}" srcOrd="0" destOrd="0" presId="urn:microsoft.com/office/officeart/2005/8/layout/venn3"/>
    <dgm:cxn modelId="{A792632F-6104-4D2E-BCCF-A7B3C1693DFD}" srcId="{5D374B59-6FC4-4167-99DC-062E6AEF76E2}" destId="{7E08AAD3-7577-460E-91AB-B1B096777307}" srcOrd="1" destOrd="0" parTransId="{A80777F1-85DE-4527-9EC2-17A22A8FC162}" sibTransId="{FB66579C-DF23-423F-8362-5F7A2857A6E0}"/>
    <dgm:cxn modelId="{CE5D9E6E-B003-4184-A131-68ACF07E6CAB}" type="presOf" srcId="{FAAAF6D9-2A5A-4745-B170-9123C41A800F}" destId="{E93C9418-9F1A-49EE-B6C1-2F35888817B3}" srcOrd="0" destOrd="0" presId="urn:microsoft.com/office/officeart/2005/8/layout/venn3"/>
    <dgm:cxn modelId="{CF11E94F-5D19-47F1-862C-8A3950A1482B}" type="presOf" srcId="{7E08AAD3-7577-460E-91AB-B1B096777307}" destId="{CCA1F2CD-193D-4833-90DC-B0649FE32C34}" srcOrd="0" destOrd="0" presId="urn:microsoft.com/office/officeart/2005/8/layout/venn3"/>
    <dgm:cxn modelId="{7B2F8ED5-7986-44B9-B316-396AD3A164E5}" srcId="{5D374B59-6FC4-4167-99DC-062E6AEF76E2}" destId="{FAAAF6D9-2A5A-4745-B170-9123C41A800F}" srcOrd="0" destOrd="0" parTransId="{FC0CC56F-00B2-4081-AC7F-7E4DC2EBDEFA}" sibTransId="{E0E14919-848F-45D0-BB4A-51721E2398B4}"/>
    <dgm:cxn modelId="{3B1757D7-E70A-4D88-BC90-94B28CD2574D}" type="presParOf" srcId="{8336669B-3234-4BEC-A322-A1516AC63F1F}" destId="{E93C9418-9F1A-49EE-B6C1-2F35888817B3}" srcOrd="0" destOrd="0" presId="urn:microsoft.com/office/officeart/2005/8/layout/venn3"/>
    <dgm:cxn modelId="{5C85AF93-1F6C-4002-9E05-E1B9E49D05A7}" type="presParOf" srcId="{8336669B-3234-4BEC-A322-A1516AC63F1F}" destId="{99901497-F9D4-458A-873D-641C30ACA1CB}" srcOrd="1" destOrd="0" presId="urn:microsoft.com/office/officeart/2005/8/layout/venn3"/>
    <dgm:cxn modelId="{FD500DD5-084D-4978-83E8-9C9BDE4ABEFC}" type="presParOf" srcId="{8336669B-3234-4BEC-A322-A1516AC63F1F}" destId="{CCA1F2CD-193D-4833-90DC-B0649FE32C34}" srcOrd="2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D374B59-6FC4-4167-99DC-062E6AEF76E2}" type="doc">
      <dgm:prSet loTypeId="urn:microsoft.com/office/officeart/2005/8/layout/venn3" loCatId="relationship" qsTypeId="urn:microsoft.com/office/officeart/2005/8/quickstyle/3d2" qsCatId="3D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2F51836D-666E-4521-AD44-90F93A5DDD37}">
      <dgm:prSet/>
      <dgm:spPr/>
      <dgm:t>
        <a:bodyPr/>
        <a:lstStyle/>
        <a:p>
          <a:r>
            <a:rPr lang="en-US" dirty="0">
              <a:solidFill>
                <a:srgbClr val="FF0000"/>
              </a:solidFill>
            </a:rPr>
            <a:t>Model Evaluation </a:t>
          </a:r>
          <a:endParaRPr lang="en-IN" dirty="0">
            <a:solidFill>
              <a:srgbClr val="FF0000"/>
            </a:solidFill>
          </a:endParaRPr>
        </a:p>
      </dgm:t>
    </dgm:pt>
    <dgm:pt modelId="{FFE5F255-B729-48B8-B88C-E80723A2250C}" type="parTrans" cxnId="{E3FFAC52-C95A-40A4-8850-0E44B88A103D}">
      <dgm:prSet/>
      <dgm:spPr/>
      <dgm:t>
        <a:bodyPr/>
        <a:lstStyle/>
        <a:p>
          <a:endParaRPr lang="en-IN"/>
        </a:p>
      </dgm:t>
    </dgm:pt>
    <dgm:pt modelId="{7096D49C-FA67-4A70-AAC2-9219DABE6A6B}" type="sibTrans" cxnId="{E3FFAC52-C95A-40A4-8850-0E44B88A103D}">
      <dgm:prSet/>
      <dgm:spPr/>
      <dgm:t>
        <a:bodyPr/>
        <a:lstStyle/>
        <a:p>
          <a:endParaRPr lang="en-IN"/>
        </a:p>
      </dgm:t>
    </dgm:pt>
    <dgm:pt modelId="{8336669B-3234-4BEC-A322-A1516AC63F1F}" type="pres">
      <dgm:prSet presAssocID="{5D374B59-6FC4-4167-99DC-062E6AEF76E2}" presName="Name0" presStyleCnt="0">
        <dgm:presLayoutVars>
          <dgm:dir/>
          <dgm:resizeHandles val="exact"/>
        </dgm:presLayoutVars>
      </dgm:prSet>
      <dgm:spPr/>
    </dgm:pt>
    <dgm:pt modelId="{BA3D391F-676A-4F79-8651-CF8F8A41C91B}" type="pres">
      <dgm:prSet presAssocID="{2F51836D-666E-4521-AD44-90F93A5DDD37}" presName="Name5" presStyleLbl="vennNode1" presStyleIdx="0" presStyleCnt="1">
        <dgm:presLayoutVars>
          <dgm:bulletEnabled val="1"/>
        </dgm:presLayoutVars>
      </dgm:prSet>
      <dgm:spPr/>
    </dgm:pt>
  </dgm:ptLst>
  <dgm:cxnLst>
    <dgm:cxn modelId="{16C7E607-D023-4C9D-B4EA-242FC5CB761E}" type="presOf" srcId="{5D374B59-6FC4-4167-99DC-062E6AEF76E2}" destId="{8336669B-3234-4BEC-A322-A1516AC63F1F}" srcOrd="0" destOrd="0" presId="urn:microsoft.com/office/officeart/2005/8/layout/venn3"/>
    <dgm:cxn modelId="{E3FFAC52-C95A-40A4-8850-0E44B88A103D}" srcId="{5D374B59-6FC4-4167-99DC-062E6AEF76E2}" destId="{2F51836D-666E-4521-AD44-90F93A5DDD37}" srcOrd="0" destOrd="0" parTransId="{FFE5F255-B729-48B8-B88C-E80723A2250C}" sibTransId="{7096D49C-FA67-4A70-AAC2-9219DABE6A6B}"/>
    <dgm:cxn modelId="{A2DD009E-6C10-4B69-9BAE-1DC0F8D240AB}" type="presOf" srcId="{2F51836D-666E-4521-AD44-90F93A5DDD37}" destId="{BA3D391F-676A-4F79-8651-CF8F8A41C91B}" srcOrd="0" destOrd="0" presId="urn:microsoft.com/office/officeart/2005/8/layout/venn3"/>
    <dgm:cxn modelId="{B0931F1D-091D-42D3-94E9-6A62DE5A9D2A}" type="presParOf" srcId="{8336669B-3234-4BEC-A322-A1516AC63F1F}" destId="{BA3D391F-676A-4F79-8651-CF8F8A41C91B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FA97DC-F63B-4C84-A348-199BD215A205}">
      <dsp:nvSpPr>
        <dsp:cNvPr id="0" name=""/>
        <dsp:cNvSpPr/>
      </dsp:nvSpPr>
      <dsp:spPr>
        <a:xfrm>
          <a:off x="0" y="0"/>
          <a:ext cx="11625942" cy="6851302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5280" tIns="335280" rIns="335280" bIns="335280" numCol="1" spcCol="1270" anchor="ctr" anchorCtr="0">
          <a:noAutofit/>
        </a:bodyPr>
        <a:lstStyle/>
        <a:p>
          <a:pPr marL="0" lvl="0" indent="0" algn="ctr" defTabSz="3911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800" b="1" kern="12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rPr>
            <a:t>T</a:t>
          </a:r>
          <a:r>
            <a:rPr lang="en-US" sz="5200" b="1" kern="12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rPr>
            <a:t>raining</a:t>
          </a:r>
          <a:r>
            <a:rPr lang="en-US" sz="5200" b="1" kern="1200" dirty="0">
              <a:latin typeface="Arial" panose="020B0604020202020204" pitchFamily="34" charset="0"/>
              <a:cs typeface="Arial" panose="020B0604020202020204" pitchFamily="34" charset="0"/>
            </a:rPr>
            <a:t>,</a:t>
          </a:r>
        </a:p>
        <a:p>
          <a:pPr marL="0" lvl="0" indent="0" algn="ctr" defTabSz="3911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0" b="1" kern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rPr>
            <a:t>T</a:t>
          </a:r>
          <a:r>
            <a:rPr lang="en-US" sz="5200" b="1" kern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rPr>
            <a:t>esting</a:t>
          </a:r>
          <a:r>
            <a:rPr lang="en-US" sz="52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  <a:p>
          <a:pPr marL="0" lvl="0" indent="0" algn="ctr" defTabSz="3911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b="1" kern="1200" dirty="0">
              <a:latin typeface="Arial" panose="020B0604020202020204" pitchFamily="34" charset="0"/>
              <a:cs typeface="Arial" panose="020B0604020202020204" pitchFamily="34" charset="0"/>
            </a:rPr>
            <a:t>and </a:t>
          </a:r>
        </a:p>
        <a:p>
          <a:pPr marL="0" lvl="0" indent="0" algn="ctr" defTabSz="3911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800" b="1" kern="12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rPr>
            <a:t>M</a:t>
          </a:r>
          <a:r>
            <a:rPr lang="en-US" sz="5200" b="1" kern="12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rPr>
            <a:t>odel </a:t>
          </a:r>
          <a:r>
            <a:rPr lang="en-US" sz="8800" b="1" kern="12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rPr>
            <a:t>E</a:t>
          </a:r>
          <a:r>
            <a:rPr lang="en-US" sz="5200" b="1" kern="12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rPr>
            <a:t>valuation </a:t>
          </a:r>
        </a:p>
        <a:p>
          <a:pPr marL="0" lvl="0" indent="0" algn="ctr" defTabSz="3911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b="1" kern="1200" dirty="0">
              <a:latin typeface="Arial" panose="020B0604020202020204" pitchFamily="34" charset="0"/>
              <a:cs typeface="Arial" panose="020B0604020202020204" pitchFamily="34" charset="0"/>
            </a:rPr>
            <a:t>in </a:t>
          </a:r>
          <a:r>
            <a:rPr lang="en-US" sz="6600" b="1" kern="1200" dirty="0">
              <a:latin typeface="Arial" panose="020B0604020202020204" pitchFamily="34" charset="0"/>
              <a:cs typeface="Arial" panose="020B0604020202020204" pitchFamily="34" charset="0"/>
            </a:rPr>
            <a:t>M</a:t>
          </a:r>
          <a:r>
            <a:rPr lang="en-US" sz="5200" b="1" kern="1200" dirty="0">
              <a:latin typeface="Arial" panose="020B0604020202020204" pitchFamily="34" charset="0"/>
              <a:cs typeface="Arial" panose="020B0604020202020204" pitchFamily="34" charset="0"/>
            </a:rPr>
            <a:t>achine </a:t>
          </a:r>
          <a:r>
            <a:rPr lang="en-US" sz="8000" b="1" kern="1200" dirty="0">
              <a:latin typeface="Arial" panose="020B0604020202020204" pitchFamily="34" charset="0"/>
              <a:cs typeface="Arial" panose="020B0604020202020204" pitchFamily="34" charset="0"/>
            </a:rPr>
            <a:t>L</a:t>
          </a:r>
          <a:r>
            <a:rPr lang="en-US" sz="5200" b="1" kern="1200" dirty="0">
              <a:latin typeface="Arial" panose="020B0604020202020204" pitchFamily="34" charset="0"/>
              <a:cs typeface="Arial" panose="020B0604020202020204" pitchFamily="34" charset="0"/>
            </a:rPr>
            <a:t>earning</a:t>
          </a:r>
          <a:endParaRPr lang="en-IN" sz="52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34453" y="334453"/>
        <a:ext cx="10957036" cy="61823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8391FC-B016-49B6-810D-9316EBD0B942}">
      <dsp:nvSpPr>
        <dsp:cNvPr id="0" name=""/>
        <dsp:cNvSpPr/>
      </dsp:nvSpPr>
      <dsp:spPr>
        <a:xfrm>
          <a:off x="5182" y="1055634"/>
          <a:ext cx="4532126" cy="4532126"/>
        </a:xfrm>
        <a:prstGeom prst="ellipse">
          <a:avLst/>
        </a:prstGeom>
        <a:gradFill rotWithShape="0">
          <a:gsLst>
            <a:gs pos="0">
              <a:schemeClr val="accent4">
                <a:alpha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alpha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alpha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249418" tIns="50800" rIns="249418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>
              <a:solidFill>
                <a:srgbClr val="FF0000"/>
              </a:solidFill>
            </a:rPr>
            <a:t>Let Consider Data Set is having 10 Data </a:t>
          </a:r>
          <a:endParaRPr lang="en-IN" sz="4000" b="1" kern="1200" dirty="0">
            <a:solidFill>
              <a:srgbClr val="FF0000"/>
            </a:solidFill>
          </a:endParaRPr>
        </a:p>
      </dsp:txBody>
      <dsp:txXfrm>
        <a:off x="668896" y="1719348"/>
        <a:ext cx="3204698" cy="3204698"/>
      </dsp:txXfrm>
    </dsp:sp>
    <dsp:sp modelId="{E93C9418-9F1A-49EE-B6C1-2F35888817B3}">
      <dsp:nvSpPr>
        <dsp:cNvPr id="0" name=""/>
        <dsp:cNvSpPr/>
      </dsp:nvSpPr>
      <dsp:spPr>
        <a:xfrm>
          <a:off x="3630883" y="1055634"/>
          <a:ext cx="4532126" cy="4532126"/>
        </a:xfrm>
        <a:prstGeom prst="ellipse">
          <a:avLst/>
        </a:prstGeom>
        <a:gradFill rotWithShape="0">
          <a:gsLst>
            <a:gs pos="0">
              <a:schemeClr val="accent4">
                <a:alpha val="50000"/>
                <a:hueOff val="4900445"/>
                <a:satOff val="-20388"/>
                <a:lumOff val="480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alpha val="50000"/>
                <a:hueOff val="4900445"/>
                <a:satOff val="-20388"/>
                <a:lumOff val="480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alpha val="50000"/>
                <a:hueOff val="4900445"/>
                <a:satOff val="-20388"/>
                <a:lumOff val="480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249418" tIns="50800" rIns="249418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>
              <a:solidFill>
                <a:srgbClr val="002060"/>
              </a:solidFill>
            </a:rPr>
            <a:t>7 Data Use for Training</a:t>
          </a:r>
          <a:endParaRPr lang="en-IN" sz="4000" b="1" kern="1200" dirty="0">
            <a:solidFill>
              <a:srgbClr val="002060"/>
            </a:solidFill>
          </a:endParaRPr>
        </a:p>
      </dsp:txBody>
      <dsp:txXfrm>
        <a:off x="4294597" y="1719348"/>
        <a:ext cx="3204698" cy="3204698"/>
      </dsp:txXfrm>
    </dsp:sp>
    <dsp:sp modelId="{CCA1F2CD-193D-4833-90DC-B0649FE32C34}">
      <dsp:nvSpPr>
        <dsp:cNvPr id="0" name=""/>
        <dsp:cNvSpPr/>
      </dsp:nvSpPr>
      <dsp:spPr>
        <a:xfrm>
          <a:off x="7256584" y="1055634"/>
          <a:ext cx="4532126" cy="4532126"/>
        </a:xfrm>
        <a:prstGeom prst="ellipse">
          <a:avLst/>
        </a:prstGeom>
        <a:gradFill rotWithShape="0">
          <a:gsLst>
            <a:gs pos="0">
              <a:schemeClr val="accent4">
                <a:alpha val="50000"/>
                <a:hueOff val="9800891"/>
                <a:satOff val="-40777"/>
                <a:lumOff val="960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alpha val="50000"/>
                <a:hueOff val="9800891"/>
                <a:satOff val="-40777"/>
                <a:lumOff val="960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alpha val="50000"/>
                <a:hueOff val="9800891"/>
                <a:satOff val="-40777"/>
                <a:lumOff val="960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249418" tIns="50800" rIns="249418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>
              <a:solidFill>
                <a:schemeClr val="accent6"/>
              </a:solidFill>
            </a:rPr>
            <a:t>3 Data Use for Testing</a:t>
          </a:r>
          <a:endParaRPr lang="en-IN" sz="4000" b="1" kern="1200" dirty="0">
            <a:solidFill>
              <a:schemeClr val="accent6"/>
            </a:solidFill>
          </a:endParaRPr>
        </a:p>
      </dsp:txBody>
      <dsp:txXfrm>
        <a:off x="7920298" y="1719348"/>
        <a:ext cx="3204698" cy="320469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3C9418-9F1A-49EE-B6C1-2F35888817B3}">
      <dsp:nvSpPr>
        <dsp:cNvPr id="0" name=""/>
        <dsp:cNvSpPr/>
      </dsp:nvSpPr>
      <dsp:spPr>
        <a:xfrm>
          <a:off x="9213" y="50735"/>
          <a:ext cx="6541925" cy="6541925"/>
        </a:xfrm>
        <a:prstGeom prst="ellipse">
          <a:avLst/>
        </a:prstGeom>
        <a:gradFill rotWithShape="0">
          <a:gsLst>
            <a:gs pos="0">
              <a:schemeClr val="accent4">
                <a:alpha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alpha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alpha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360024" tIns="50800" rIns="360024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>
              <a:solidFill>
                <a:srgbClr val="002060"/>
              </a:solidFill>
            </a:rPr>
            <a:t>70% Data Use for Training</a:t>
          </a:r>
          <a:endParaRPr lang="en-IN" sz="4000" b="1" kern="1200" dirty="0">
            <a:solidFill>
              <a:srgbClr val="002060"/>
            </a:solidFill>
          </a:endParaRPr>
        </a:p>
      </dsp:txBody>
      <dsp:txXfrm>
        <a:off x="967256" y="1008778"/>
        <a:ext cx="4625839" cy="4625839"/>
      </dsp:txXfrm>
    </dsp:sp>
    <dsp:sp modelId="{CCA1F2CD-193D-4833-90DC-B0649FE32C34}">
      <dsp:nvSpPr>
        <dsp:cNvPr id="0" name=""/>
        <dsp:cNvSpPr/>
      </dsp:nvSpPr>
      <dsp:spPr>
        <a:xfrm>
          <a:off x="5242754" y="50735"/>
          <a:ext cx="6541925" cy="6541925"/>
        </a:xfrm>
        <a:prstGeom prst="ellipse">
          <a:avLst/>
        </a:prstGeom>
        <a:gradFill rotWithShape="0">
          <a:gsLst>
            <a:gs pos="0">
              <a:schemeClr val="accent4">
                <a:alpha val="50000"/>
                <a:hueOff val="9800891"/>
                <a:satOff val="-40777"/>
                <a:lumOff val="960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alpha val="50000"/>
                <a:hueOff val="9800891"/>
                <a:satOff val="-40777"/>
                <a:lumOff val="960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alpha val="50000"/>
                <a:hueOff val="9800891"/>
                <a:satOff val="-40777"/>
                <a:lumOff val="960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360024" tIns="50800" rIns="360024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>
              <a:solidFill>
                <a:schemeClr val="accent6"/>
              </a:solidFill>
            </a:rPr>
            <a:t>30% Data Use for Testing</a:t>
          </a:r>
          <a:endParaRPr lang="en-IN" sz="4000" b="1" kern="1200" dirty="0">
            <a:solidFill>
              <a:schemeClr val="accent6"/>
            </a:solidFill>
          </a:endParaRPr>
        </a:p>
      </dsp:txBody>
      <dsp:txXfrm>
        <a:off x="6200797" y="1008778"/>
        <a:ext cx="4625839" cy="462583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3D391F-676A-4F79-8651-CF8F8A41C91B}">
      <dsp:nvSpPr>
        <dsp:cNvPr id="0" name=""/>
        <dsp:cNvSpPr/>
      </dsp:nvSpPr>
      <dsp:spPr>
        <a:xfrm>
          <a:off x="2579914" y="4665"/>
          <a:ext cx="6634065" cy="6634065"/>
        </a:xfrm>
        <a:prstGeom prst="ellipse">
          <a:avLst/>
        </a:prstGeom>
        <a:gradFill rotWithShape="0">
          <a:gsLst>
            <a:gs pos="0">
              <a:schemeClr val="accent4">
                <a:alpha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alpha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alpha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365095" tIns="82550" rIns="365095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rgbClr val="FF0000"/>
              </a:solidFill>
            </a:rPr>
            <a:t>Model Evaluation </a:t>
          </a:r>
          <a:endParaRPr lang="en-IN" sz="6500" kern="1200" dirty="0">
            <a:solidFill>
              <a:srgbClr val="FF0000"/>
            </a:solidFill>
          </a:endParaRPr>
        </a:p>
      </dsp:txBody>
      <dsp:txXfrm>
        <a:off x="3551450" y="976201"/>
        <a:ext cx="4690993" cy="46909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8C953-6238-4DDE-A11A-74A5368696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B8661E-8B78-4DF0-A613-2BC8BB0161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0D420-DEDC-44F1-9CEF-37266D845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E131B-D25B-4BA3-AE74-2EF144606388}" type="datetimeFigureOut">
              <a:rPr lang="en-IN" smtClean="0"/>
              <a:t>05/07/2022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DC5C7-332E-4C0D-B18B-6D373B183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B9EC3-C6AF-4EFB-AD89-30F310FFF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23629-5E77-495C-9675-0699ADE84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209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79288-A774-4A1B-AFFA-3493DEF14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C4A1C-D329-42A1-A2F8-ED3C52F7B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C0F7D-E174-4BDD-9ADD-49787BEF3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E131B-D25B-4BA3-AE74-2EF144606388}" type="datetimeFigureOut">
              <a:rPr lang="en-IN" smtClean="0"/>
              <a:t>05/07/2022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01F7C-35D1-4351-B47A-53DD2AA98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9FEA1-1EE9-42AB-B92F-53F8442C6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23629-5E77-495C-9675-0699ADE84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6479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1E08D-183C-40A8-B80C-0CDAB6127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DE1EA2-C5CF-4916-927C-19DD3C2ED8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16D8A-3A2F-4B56-8C64-51EFA0E2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E131B-D25B-4BA3-AE74-2EF144606388}" type="datetimeFigureOut">
              <a:rPr lang="en-IN" smtClean="0"/>
              <a:t>05/07/2022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67830-4044-4AC1-A5D4-7D0CC302B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9DD45-F617-426E-A384-BEFDA446D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23629-5E77-495C-9675-0699ADE84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788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BFFE7-41E8-4650-A8C8-E66E94DC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29CAB-122D-4486-BFFF-BE18C8B50A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1F64B-B4F3-4E2E-ADA0-E6C7A82035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804E07-1DB0-449F-9E62-6DE88C44C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E131B-D25B-4BA3-AE74-2EF144606388}" type="datetimeFigureOut">
              <a:rPr lang="en-IN" smtClean="0"/>
              <a:t>05/07/2022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0171A2-6D59-481C-823B-07019D1DA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5E1409-FF34-4B3F-B9B3-D3659C028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23629-5E77-495C-9675-0699ADE84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195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F8B98-0571-4A7C-803F-357B6F9E4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AFBA5-5A27-47AD-B564-5BDF87536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72BC9A-17EB-46D7-99F7-C1E34C4ACE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8A6A69-A999-4F4A-B048-A26AD3E293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2013EC-6274-4315-87C9-AD6FFE6072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72F3CE-8079-48C4-A1FF-51337A850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E131B-D25B-4BA3-AE74-2EF144606388}" type="datetimeFigureOut">
              <a:rPr lang="en-IN" smtClean="0"/>
              <a:t>05/07/2022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A6114A-8770-418F-A7CE-981D9324D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497120-C0F4-4EBC-A868-3A50AAB05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23629-5E77-495C-9675-0699ADE84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845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7193F-2C4A-46AA-88C8-50C133240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7FB095-95BD-4240-867B-8C14A6133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E131B-D25B-4BA3-AE74-2EF144606388}" type="datetimeFigureOut">
              <a:rPr lang="en-IN" smtClean="0"/>
              <a:t>05/07/2022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987AB0-0E02-4816-BDCD-8C2334121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8AACF3-F186-462D-835A-D94F45134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23629-5E77-495C-9675-0699ADE84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1509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01543C-7A2D-40A4-BE0D-B780E342B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E131B-D25B-4BA3-AE74-2EF144606388}" type="datetimeFigureOut">
              <a:rPr lang="en-IN" smtClean="0"/>
              <a:t>05/07/2022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A59768-13AD-45D1-8621-45E34CB7E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6EB1AA-528B-4B54-B7B1-54405203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23629-5E77-495C-9675-0699ADE84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962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F80C8-CAF5-4DA0-9998-A08C86255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076DE-8053-447F-A867-04F52489F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EC85CC-C4A5-4AA2-820A-26B430EE87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018E64-89CD-4DE3-9869-8EDBA6AAA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E131B-D25B-4BA3-AE74-2EF144606388}" type="datetimeFigureOut">
              <a:rPr lang="en-IN" smtClean="0"/>
              <a:t>05/07/2022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70681F-1DF0-4FEA-B1E7-3417FA79A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894892-4561-4FD0-9E97-9F78E1899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23629-5E77-495C-9675-0699ADE84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3760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82ABF-8D4F-4BC2-A861-2B90D951C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E274AF-E8B8-41C3-9FE3-1F5827B780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B9B6A1-9343-46D9-B08F-77AB3D5B66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08BA68-4EDD-45C5-B796-7E28C235F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E131B-D25B-4BA3-AE74-2EF144606388}" type="datetimeFigureOut">
              <a:rPr lang="en-IN" smtClean="0"/>
              <a:t>05/07/2022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3014AF-B3E0-4DF8-92AB-600FE96C9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03EADA-1603-4B84-AB6B-F4B381C20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23629-5E77-495C-9675-0699ADE84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356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6D18-31A0-47C0-9426-505778342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F6FF03-FA2F-4555-9607-F013D55ED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07B18-E5A6-4E93-90B5-9537FF061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E131B-D25B-4BA3-AE74-2EF144606388}" type="datetimeFigureOut">
              <a:rPr lang="en-IN" smtClean="0"/>
              <a:t>05/07/2022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41EA0-E017-43A4-BA43-25A0F8DDA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4D256-05C9-4D3A-A8DE-5AB8D901A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23629-5E77-495C-9675-0699ADE84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714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AE1907-0237-4086-8756-DDB10AF825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8E937B-1A54-4635-BEF0-3E8C99C12D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22112-3435-4022-B121-36A9977F2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E131B-D25B-4BA3-AE74-2EF144606388}" type="datetimeFigureOut">
              <a:rPr lang="en-IN" smtClean="0"/>
              <a:t>05/07/2022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1CE96-7171-410C-BE49-0D374D295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D13FB-0B7A-46CF-A3B1-A7AA7A473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23629-5E77-495C-9675-0699ADE84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1721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D4EED6-C018-42AA-B76B-F530FF6AE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3106F6-DD8B-4652-994D-CA8545AA6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FF848-BD3B-4E99-AE2C-9915AAC63D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E131B-D25B-4BA3-AE74-2EF144606388}" type="datetimeFigureOut">
              <a:rPr lang="en-IN" smtClean="0"/>
              <a:t>05/07/2022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01EB5-E513-4A51-B27C-40F29B55E8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3FE4C-6D6A-4025-B44A-6B9631A9B1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223629-5E77-495C-9675-0699ADE84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3386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Layout" Target="../slideLayouts/slideLayout1.xml"/><Relationship Id="rId7" Type="http://schemas.openxmlformats.org/officeDocument/2006/relationships/diagramColors" Target="../diagrams/colors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A143684A-D707-468F-A1D6-DEADF4D8CC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9734290"/>
              </p:ext>
            </p:extLst>
          </p:nvPr>
        </p:nvGraphicFramePr>
        <p:xfrm>
          <a:off x="176196" y="0"/>
          <a:ext cx="11625943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4" name="Empire Seasons - Dan Henig - Copy (5)">
            <a:hlinkClick r:id="" action="ppaction://media"/>
            <a:extLst>
              <a:ext uri="{FF2B5EF4-FFF2-40B4-BE49-F238E27FC236}">
                <a16:creationId xmlns:a16="http://schemas.microsoft.com/office/drawing/2014/main" id="{E8BA99D6-CEFE-4405-977E-E973F722E95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76196" y="6128041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23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3072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350F660-671C-4E36-BBCC-970A97042E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3771743"/>
              </p:ext>
            </p:extLst>
          </p:nvPr>
        </p:nvGraphicFramePr>
        <p:xfrm>
          <a:off x="223935" y="139959"/>
          <a:ext cx="11793894" cy="66433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949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350F660-671C-4E36-BBCC-970A97042E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7719021"/>
              </p:ext>
            </p:extLst>
          </p:nvPr>
        </p:nvGraphicFramePr>
        <p:xfrm>
          <a:off x="223935" y="139959"/>
          <a:ext cx="11793894" cy="66433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71123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rrow: Right 4">
            <a:extLst>
              <a:ext uri="{FF2B5EF4-FFF2-40B4-BE49-F238E27FC236}">
                <a16:creationId xmlns:a16="http://schemas.microsoft.com/office/drawing/2014/main" id="{6BB3755A-1DF0-458D-8871-38D35F56B0BE}"/>
              </a:ext>
            </a:extLst>
          </p:cNvPr>
          <p:cNvSpPr/>
          <p:nvPr/>
        </p:nvSpPr>
        <p:spPr>
          <a:xfrm>
            <a:off x="3401864" y="572712"/>
            <a:ext cx="978408" cy="484632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9978B62-164F-47F9-B5AE-18FA365BC7B0}"/>
              </a:ext>
            </a:extLst>
          </p:cNvPr>
          <p:cNvSpPr/>
          <p:nvPr/>
        </p:nvSpPr>
        <p:spPr>
          <a:xfrm>
            <a:off x="3401864" y="1307057"/>
            <a:ext cx="978408" cy="484632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9FE2C95-7BFF-4C25-B8AA-BF0C311B86CB}"/>
              </a:ext>
            </a:extLst>
          </p:cNvPr>
          <p:cNvSpPr/>
          <p:nvPr/>
        </p:nvSpPr>
        <p:spPr>
          <a:xfrm>
            <a:off x="3393637" y="2026709"/>
            <a:ext cx="978408" cy="484632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9A02384-9F45-4BBE-9D5F-A15797476A44}"/>
              </a:ext>
            </a:extLst>
          </p:cNvPr>
          <p:cNvSpPr/>
          <p:nvPr/>
        </p:nvSpPr>
        <p:spPr>
          <a:xfrm>
            <a:off x="3410090" y="2719982"/>
            <a:ext cx="978408" cy="484632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0909A861-3405-4D9C-94B9-C373539B68C2}"/>
              </a:ext>
            </a:extLst>
          </p:cNvPr>
          <p:cNvSpPr/>
          <p:nvPr/>
        </p:nvSpPr>
        <p:spPr>
          <a:xfrm>
            <a:off x="7803502" y="574626"/>
            <a:ext cx="978408" cy="484632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Left 13">
            <a:extLst>
              <a:ext uri="{FF2B5EF4-FFF2-40B4-BE49-F238E27FC236}">
                <a16:creationId xmlns:a16="http://schemas.microsoft.com/office/drawing/2014/main" id="{58A5B3F9-D9D2-40DD-AA64-DB20DB7A87F2}"/>
              </a:ext>
            </a:extLst>
          </p:cNvPr>
          <p:cNvSpPr/>
          <p:nvPr/>
        </p:nvSpPr>
        <p:spPr>
          <a:xfrm>
            <a:off x="7819955" y="1276982"/>
            <a:ext cx="978408" cy="484632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Left 15">
            <a:extLst>
              <a:ext uri="{FF2B5EF4-FFF2-40B4-BE49-F238E27FC236}">
                <a16:creationId xmlns:a16="http://schemas.microsoft.com/office/drawing/2014/main" id="{99FB8FE9-00E9-463B-937D-F80D0A2F0AFB}"/>
              </a:ext>
            </a:extLst>
          </p:cNvPr>
          <p:cNvSpPr/>
          <p:nvPr/>
        </p:nvSpPr>
        <p:spPr>
          <a:xfrm>
            <a:off x="7819955" y="2015206"/>
            <a:ext cx="978408" cy="484632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Left 17">
            <a:extLst>
              <a:ext uri="{FF2B5EF4-FFF2-40B4-BE49-F238E27FC236}">
                <a16:creationId xmlns:a16="http://schemas.microsoft.com/office/drawing/2014/main" id="{BC30F256-25F3-45B9-89BC-653B5778E426}"/>
              </a:ext>
            </a:extLst>
          </p:cNvPr>
          <p:cNvSpPr/>
          <p:nvPr/>
        </p:nvSpPr>
        <p:spPr>
          <a:xfrm>
            <a:off x="7822614" y="2719982"/>
            <a:ext cx="978408" cy="484632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3D754E38-4AF7-4A50-97F6-5CBD425626AF}"/>
              </a:ext>
            </a:extLst>
          </p:cNvPr>
          <p:cNvSpPr/>
          <p:nvPr/>
        </p:nvSpPr>
        <p:spPr>
          <a:xfrm>
            <a:off x="3410090" y="3300298"/>
            <a:ext cx="978408" cy="484632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Arrow: Left 21">
            <a:extLst>
              <a:ext uri="{FF2B5EF4-FFF2-40B4-BE49-F238E27FC236}">
                <a16:creationId xmlns:a16="http://schemas.microsoft.com/office/drawing/2014/main" id="{62890501-2571-4819-BAD0-A35646219CAF}"/>
              </a:ext>
            </a:extLst>
          </p:cNvPr>
          <p:cNvSpPr/>
          <p:nvPr/>
        </p:nvSpPr>
        <p:spPr>
          <a:xfrm>
            <a:off x="7819955" y="3300298"/>
            <a:ext cx="978408" cy="484632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8F5D8E37-EE82-47C0-B695-A20C4EE26FC7}"/>
              </a:ext>
            </a:extLst>
          </p:cNvPr>
          <p:cNvSpPr/>
          <p:nvPr/>
        </p:nvSpPr>
        <p:spPr>
          <a:xfrm>
            <a:off x="3442094" y="3820362"/>
            <a:ext cx="978408" cy="484632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25D47BA8-3AD3-4A15-BC17-132296C9ED27}"/>
              </a:ext>
            </a:extLst>
          </p:cNvPr>
          <p:cNvSpPr/>
          <p:nvPr/>
        </p:nvSpPr>
        <p:spPr>
          <a:xfrm>
            <a:off x="3410090" y="4360726"/>
            <a:ext cx="978408" cy="484632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8550AE98-FA0E-472A-A89E-E1AFDDF04550}"/>
              </a:ext>
            </a:extLst>
          </p:cNvPr>
          <p:cNvSpPr/>
          <p:nvPr/>
        </p:nvSpPr>
        <p:spPr>
          <a:xfrm>
            <a:off x="3426092" y="4992865"/>
            <a:ext cx="978408" cy="484632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9A99F838-C79C-4DED-B38F-1B39ACC6A4EE}"/>
              </a:ext>
            </a:extLst>
          </p:cNvPr>
          <p:cNvSpPr/>
          <p:nvPr/>
        </p:nvSpPr>
        <p:spPr>
          <a:xfrm>
            <a:off x="3393637" y="5585534"/>
            <a:ext cx="978408" cy="484632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5B4B62E1-499F-49DB-84FA-36FF91313AEA}"/>
              </a:ext>
            </a:extLst>
          </p:cNvPr>
          <p:cNvSpPr/>
          <p:nvPr/>
        </p:nvSpPr>
        <p:spPr>
          <a:xfrm>
            <a:off x="3393637" y="6195467"/>
            <a:ext cx="978408" cy="484632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Arrow: Left 33">
            <a:extLst>
              <a:ext uri="{FF2B5EF4-FFF2-40B4-BE49-F238E27FC236}">
                <a16:creationId xmlns:a16="http://schemas.microsoft.com/office/drawing/2014/main" id="{320496EA-198C-473B-AF50-B40EB4E78185}"/>
              </a:ext>
            </a:extLst>
          </p:cNvPr>
          <p:cNvSpPr/>
          <p:nvPr/>
        </p:nvSpPr>
        <p:spPr>
          <a:xfrm>
            <a:off x="7787500" y="3820362"/>
            <a:ext cx="978408" cy="484632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Arrow: Left 35">
            <a:extLst>
              <a:ext uri="{FF2B5EF4-FFF2-40B4-BE49-F238E27FC236}">
                <a16:creationId xmlns:a16="http://schemas.microsoft.com/office/drawing/2014/main" id="{615DA578-254A-410D-BAD8-4869F68F05C8}"/>
              </a:ext>
            </a:extLst>
          </p:cNvPr>
          <p:cNvSpPr/>
          <p:nvPr/>
        </p:nvSpPr>
        <p:spPr>
          <a:xfrm>
            <a:off x="7823966" y="4360726"/>
            <a:ext cx="978408" cy="484632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3BF2D9F8-E227-4E08-ABC6-2ABA132A97B7}"/>
              </a:ext>
            </a:extLst>
          </p:cNvPr>
          <p:cNvSpPr/>
          <p:nvPr/>
        </p:nvSpPr>
        <p:spPr>
          <a:xfrm>
            <a:off x="7803502" y="5036216"/>
            <a:ext cx="978408" cy="484632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84BD41FA-8143-4A54-B421-F08D3A62AF2B}"/>
              </a:ext>
            </a:extLst>
          </p:cNvPr>
          <p:cNvSpPr/>
          <p:nvPr/>
        </p:nvSpPr>
        <p:spPr>
          <a:xfrm>
            <a:off x="7819955" y="5625518"/>
            <a:ext cx="978408" cy="484632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1E08FE54-B716-47D2-A6B5-8D60E0007AEA}"/>
              </a:ext>
            </a:extLst>
          </p:cNvPr>
          <p:cNvSpPr/>
          <p:nvPr/>
        </p:nvSpPr>
        <p:spPr>
          <a:xfrm>
            <a:off x="7819955" y="6195467"/>
            <a:ext cx="978408" cy="484632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8ADD030-5F57-4BE5-939D-6CCE40CF2F7C}"/>
              </a:ext>
            </a:extLst>
          </p:cNvPr>
          <p:cNvSpPr/>
          <p:nvPr/>
        </p:nvSpPr>
        <p:spPr>
          <a:xfrm>
            <a:off x="4420502" y="419878"/>
            <a:ext cx="3383000" cy="62602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rgbClr val="0070C0"/>
                </a:solidFill>
              </a:rPr>
              <a:t>Model </a:t>
            </a:r>
          </a:p>
          <a:p>
            <a:pPr algn="ctr"/>
            <a:r>
              <a:rPr lang="en-US" sz="6000" b="1" dirty="0">
                <a:solidFill>
                  <a:srgbClr val="0070C0"/>
                </a:solidFill>
              </a:rPr>
              <a:t>is Learning </a:t>
            </a:r>
            <a:endParaRPr lang="en-IN" sz="6000" b="1" dirty="0">
              <a:solidFill>
                <a:srgbClr val="0070C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AD064DA-A2BE-4604-9A50-74AFD6D4D1C9}"/>
              </a:ext>
            </a:extLst>
          </p:cNvPr>
          <p:cNvSpPr txBox="1"/>
          <p:nvPr/>
        </p:nvSpPr>
        <p:spPr>
          <a:xfrm>
            <a:off x="1910272" y="495446"/>
            <a:ext cx="15478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Input 1</a:t>
            </a:r>
            <a:endParaRPr lang="en-IN" sz="32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CE95933-1DF1-466A-B513-C7C7E88FD685}"/>
              </a:ext>
            </a:extLst>
          </p:cNvPr>
          <p:cNvSpPr txBox="1"/>
          <p:nvPr/>
        </p:nvSpPr>
        <p:spPr>
          <a:xfrm>
            <a:off x="1894271" y="1215142"/>
            <a:ext cx="15478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Input 2</a:t>
            </a:r>
            <a:endParaRPr lang="en-IN" sz="32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A4F4903-3127-4EC0-B257-1DADE51E04A3}"/>
              </a:ext>
            </a:extLst>
          </p:cNvPr>
          <p:cNvSpPr txBox="1"/>
          <p:nvPr/>
        </p:nvSpPr>
        <p:spPr>
          <a:xfrm>
            <a:off x="1897911" y="1934838"/>
            <a:ext cx="15478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Input 3</a:t>
            </a:r>
            <a:endParaRPr lang="en-IN" sz="32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BCA143A-D429-40E9-9425-40E380DDAB61}"/>
              </a:ext>
            </a:extLst>
          </p:cNvPr>
          <p:cNvSpPr txBox="1"/>
          <p:nvPr/>
        </p:nvSpPr>
        <p:spPr>
          <a:xfrm>
            <a:off x="1910271" y="2635326"/>
            <a:ext cx="15478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Input 4</a:t>
            </a:r>
            <a:endParaRPr lang="en-IN" sz="3200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8D76BC5-CC5F-4355-9629-803ED99D175D}"/>
              </a:ext>
            </a:extLst>
          </p:cNvPr>
          <p:cNvSpPr txBox="1"/>
          <p:nvPr/>
        </p:nvSpPr>
        <p:spPr>
          <a:xfrm>
            <a:off x="1911251" y="3225373"/>
            <a:ext cx="15478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Input 5</a:t>
            </a:r>
            <a:endParaRPr lang="en-IN" sz="3200" b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8F2CD9E-7B89-436B-9EBC-89E313FCDCB6}"/>
              </a:ext>
            </a:extLst>
          </p:cNvPr>
          <p:cNvSpPr txBox="1"/>
          <p:nvPr/>
        </p:nvSpPr>
        <p:spPr>
          <a:xfrm>
            <a:off x="1963092" y="3784930"/>
            <a:ext cx="15478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Input 6</a:t>
            </a:r>
            <a:endParaRPr lang="en-IN" sz="3200" b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5839F37-1FD1-4556-BE9F-FE5BF5245200}"/>
              </a:ext>
            </a:extLst>
          </p:cNvPr>
          <p:cNvSpPr txBox="1"/>
          <p:nvPr/>
        </p:nvSpPr>
        <p:spPr>
          <a:xfrm>
            <a:off x="1946637" y="4364013"/>
            <a:ext cx="15478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Input 7</a:t>
            </a:r>
            <a:endParaRPr lang="en-IN" sz="32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6F49DB-7A4A-4281-9268-D5455F58CB40}"/>
              </a:ext>
            </a:extLst>
          </p:cNvPr>
          <p:cNvSpPr txBox="1"/>
          <p:nvPr/>
        </p:nvSpPr>
        <p:spPr>
          <a:xfrm>
            <a:off x="1918624" y="4975351"/>
            <a:ext cx="15478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Input 8</a:t>
            </a:r>
            <a:endParaRPr lang="en-IN" sz="3200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8BF86E2-2DD2-49D6-8F8E-F1D3E9CD74C1}"/>
              </a:ext>
            </a:extLst>
          </p:cNvPr>
          <p:cNvSpPr txBox="1"/>
          <p:nvPr/>
        </p:nvSpPr>
        <p:spPr>
          <a:xfrm>
            <a:off x="1714129" y="6132435"/>
            <a:ext cx="1711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Input 10</a:t>
            </a:r>
            <a:endParaRPr lang="en-IN" sz="32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C4E38DE-8125-4E60-A2FD-90C3EACEE289}"/>
              </a:ext>
            </a:extLst>
          </p:cNvPr>
          <p:cNvSpPr txBox="1"/>
          <p:nvPr/>
        </p:nvSpPr>
        <p:spPr>
          <a:xfrm>
            <a:off x="1946638" y="5545872"/>
            <a:ext cx="15478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Input 9</a:t>
            </a:r>
            <a:endParaRPr lang="en-IN" sz="3200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8D3377B-7841-4971-985D-C8A3B5C3A633}"/>
              </a:ext>
            </a:extLst>
          </p:cNvPr>
          <p:cNvSpPr txBox="1"/>
          <p:nvPr/>
        </p:nvSpPr>
        <p:spPr>
          <a:xfrm>
            <a:off x="8883349" y="497608"/>
            <a:ext cx="19868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output 1</a:t>
            </a:r>
            <a:endParaRPr lang="en-IN" sz="3200" b="1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D2875BE-5AE6-41B2-8AC5-0C78C8CF953C}"/>
              </a:ext>
            </a:extLst>
          </p:cNvPr>
          <p:cNvSpPr txBox="1"/>
          <p:nvPr/>
        </p:nvSpPr>
        <p:spPr>
          <a:xfrm>
            <a:off x="8872307" y="1215142"/>
            <a:ext cx="19868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output 2</a:t>
            </a:r>
            <a:endParaRPr lang="en-IN" sz="3200" b="1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1720E26-95A0-474F-BE9B-BD67A8141813}"/>
              </a:ext>
            </a:extLst>
          </p:cNvPr>
          <p:cNvSpPr txBox="1"/>
          <p:nvPr/>
        </p:nvSpPr>
        <p:spPr>
          <a:xfrm>
            <a:off x="8872307" y="1931968"/>
            <a:ext cx="19868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output 3</a:t>
            </a:r>
            <a:endParaRPr lang="en-IN" sz="32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1A9BBF7-C804-4274-A863-BE73D21B2057}"/>
              </a:ext>
            </a:extLst>
          </p:cNvPr>
          <p:cNvSpPr txBox="1"/>
          <p:nvPr/>
        </p:nvSpPr>
        <p:spPr>
          <a:xfrm>
            <a:off x="8883349" y="2672953"/>
            <a:ext cx="19868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output 4</a:t>
            </a:r>
            <a:endParaRPr lang="en-IN" sz="3200" b="1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E04EDC2-8D84-4EE4-A604-9F435067ED94}"/>
              </a:ext>
            </a:extLst>
          </p:cNvPr>
          <p:cNvSpPr txBox="1"/>
          <p:nvPr/>
        </p:nvSpPr>
        <p:spPr>
          <a:xfrm>
            <a:off x="8836797" y="3225372"/>
            <a:ext cx="19868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output 5</a:t>
            </a:r>
            <a:endParaRPr lang="en-IN" sz="3200" b="1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6CFB730-388E-4216-8534-B8242D56ED58}"/>
              </a:ext>
            </a:extLst>
          </p:cNvPr>
          <p:cNvSpPr txBox="1"/>
          <p:nvPr/>
        </p:nvSpPr>
        <p:spPr>
          <a:xfrm>
            <a:off x="8804342" y="3770290"/>
            <a:ext cx="19868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output 6</a:t>
            </a:r>
            <a:endParaRPr lang="en-IN" sz="3200" b="1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A2E075A-B0F9-40E3-8C86-6181F3EE029E}"/>
              </a:ext>
            </a:extLst>
          </p:cNvPr>
          <p:cNvSpPr txBox="1"/>
          <p:nvPr/>
        </p:nvSpPr>
        <p:spPr>
          <a:xfrm>
            <a:off x="8797911" y="4304994"/>
            <a:ext cx="19868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output 7</a:t>
            </a:r>
            <a:endParaRPr lang="en-IN" sz="3200" b="1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E5B2F8E-FBDC-44DE-BA88-781183D95E3E}"/>
              </a:ext>
            </a:extLst>
          </p:cNvPr>
          <p:cNvSpPr txBox="1"/>
          <p:nvPr/>
        </p:nvSpPr>
        <p:spPr>
          <a:xfrm>
            <a:off x="8797911" y="4950028"/>
            <a:ext cx="19868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output 8</a:t>
            </a:r>
            <a:endParaRPr lang="en-IN" sz="3200" b="1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950051F-44FB-4624-A453-594122E2EC7A}"/>
              </a:ext>
            </a:extLst>
          </p:cNvPr>
          <p:cNvSpPr txBox="1"/>
          <p:nvPr/>
        </p:nvSpPr>
        <p:spPr>
          <a:xfrm>
            <a:off x="8814816" y="5545872"/>
            <a:ext cx="19868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output 9</a:t>
            </a:r>
            <a:endParaRPr lang="en-IN" sz="3200" b="1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4E648A4-7F62-4112-BA46-C78C96210EC9}"/>
              </a:ext>
            </a:extLst>
          </p:cNvPr>
          <p:cNvSpPr txBox="1"/>
          <p:nvPr/>
        </p:nvSpPr>
        <p:spPr>
          <a:xfrm>
            <a:off x="8814816" y="6101485"/>
            <a:ext cx="19868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output 10</a:t>
            </a:r>
            <a:endParaRPr lang="en-IN" sz="3200" b="1" dirty="0"/>
          </a:p>
        </p:txBody>
      </p:sp>
      <p:sp>
        <p:nvSpPr>
          <p:cNvPr id="96" name="Left Brace 95">
            <a:extLst>
              <a:ext uri="{FF2B5EF4-FFF2-40B4-BE49-F238E27FC236}">
                <a16:creationId xmlns:a16="http://schemas.microsoft.com/office/drawing/2014/main" id="{C219602F-97D5-4B21-AE2C-A17FBA7CB4B1}"/>
              </a:ext>
            </a:extLst>
          </p:cNvPr>
          <p:cNvSpPr/>
          <p:nvPr/>
        </p:nvSpPr>
        <p:spPr>
          <a:xfrm>
            <a:off x="1122540" y="610999"/>
            <a:ext cx="926042" cy="4217965"/>
          </a:xfrm>
          <a:prstGeom prst="leftBrace">
            <a:avLst/>
          </a:prstGeom>
          <a:ln w="38100">
            <a:solidFill>
              <a:schemeClr val="tx1"/>
            </a:solidFill>
          </a:ln>
          <a:scene3d>
            <a:camera prst="perspectiveFront"/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8" name="Left Brace 97">
            <a:extLst>
              <a:ext uri="{FF2B5EF4-FFF2-40B4-BE49-F238E27FC236}">
                <a16:creationId xmlns:a16="http://schemas.microsoft.com/office/drawing/2014/main" id="{5D4E71DE-5737-4286-82F6-7ED743EFC8C5}"/>
              </a:ext>
            </a:extLst>
          </p:cNvPr>
          <p:cNvSpPr/>
          <p:nvPr/>
        </p:nvSpPr>
        <p:spPr>
          <a:xfrm rot="10800000">
            <a:off x="10423143" y="563970"/>
            <a:ext cx="926042" cy="4217965"/>
          </a:xfrm>
          <a:prstGeom prst="leftBrace">
            <a:avLst/>
          </a:prstGeom>
          <a:ln w="38100">
            <a:solidFill>
              <a:schemeClr val="tx1"/>
            </a:solidFill>
          </a:ln>
          <a:scene3d>
            <a:camera prst="perspectiveFront"/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3DC8456-3850-421A-B3EB-2517B3B2D5C5}"/>
              </a:ext>
            </a:extLst>
          </p:cNvPr>
          <p:cNvSpPr txBox="1"/>
          <p:nvPr/>
        </p:nvSpPr>
        <p:spPr>
          <a:xfrm>
            <a:off x="175625" y="2164982"/>
            <a:ext cx="1214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Training</a:t>
            </a:r>
            <a:endParaRPr lang="en-IN" sz="2400" b="1" dirty="0">
              <a:solidFill>
                <a:srgbClr val="FF0000"/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B005DF6-B70F-42C8-85DF-97BE919690A5}"/>
              </a:ext>
            </a:extLst>
          </p:cNvPr>
          <p:cNvSpPr txBox="1"/>
          <p:nvPr/>
        </p:nvSpPr>
        <p:spPr>
          <a:xfrm>
            <a:off x="10860864" y="2103251"/>
            <a:ext cx="1214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Training</a:t>
            </a:r>
            <a:endParaRPr lang="en-IN" sz="2400" b="1" dirty="0">
              <a:solidFill>
                <a:srgbClr val="FF0000"/>
              </a:solidFill>
            </a:endParaRPr>
          </a:p>
        </p:txBody>
      </p:sp>
      <p:sp>
        <p:nvSpPr>
          <p:cNvPr id="102" name="Left Brace 101">
            <a:extLst>
              <a:ext uri="{FF2B5EF4-FFF2-40B4-BE49-F238E27FC236}">
                <a16:creationId xmlns:a16="http://schemas.microsoft.com/office/drawing/2014/main" id="{6C8354D6-707D-4734-A14D-C58BE168DB21}"/>
              </a:ext>
            </a:extLst>
          </p:cNvPr>
          <p:cNvSpPr/>
          <p:nvPr/>
        </p:nvSpPr>
        <p:spPr>
          <a:xfrm>
            <a:off x="1157322" y="5206482"/>
            <a:ext cx="798928" cy="1452042"/>
          </a:xfrm>
          <a:prstGeom prst="leftBrace">
            <a:avLst/>
          </a:prstGeom>
          <a:ln w="38100">
            <a:solidFill>
              <a:schemeClr val="tx1"/>
            </a:solidFill>
          </a:ln>
          <a:scene3d>
            <a:camera prst="perspectiveFront"/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6DEFE28-C7D6-4BB1-9B45-D9EF1E9DC00E}"/>
              </a:ext>
            </a:extLst>
          </p:cNvPr>
          <p:cNvSpPr txBox="1"/>
          <p:nvPr/>
        </p:nvSpPr>
        <p:spPr>
          <a:xfrm>
            <a:off x="146008" y="5406169"/>
            <a:ext cx="1214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Testing</a:t>
            </a:r>
            <a:endParaRPr lang="en-IN" sz="2400" b="1" dirty="0">
              <a:solidFill>
                <a:srgbClr val="FF0000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FAE174B-B259-4B80-B0C4-F1741CC1A48B}"/>
              </a:ext>
            </a:extLst>
          </p:cNvPr>
          <p:cNvSpPr txBox="1"/>
          <p:nvPr/>
        </p:nvSpPr>
        <p:spPr>
          <a:xfrm>
            <a:off x="397661" y="2973019"/>
            <a:ext cx="905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70%</a:t>
            </a:r>
            <a:endParaRPr lang="en-IN" sz="24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12AC7D2-8D9A-4394-AC75-212C8BF42577}"/>
              </a:ext>
            </a:extLst>
          </p:cNvPr>
          <p:cNvSpPr txBox="1"/>
          <p:nvPr/>
        </p:nvSpPr>
        <p:spPr>
          <a:xfrm>
            <a:off x="425026" y="6014519"/>
            <a:ext cx="905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30%</a:t>
            </a:r>
            <a:endParaRPr lang="en-IN" sz="24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204737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4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55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56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7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9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60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61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6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7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78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9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8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2" grpId="0" animBg="1"/>
      <p:bldP spid="14" grpId="0" animBg="1"/>
      <p:bldP spid="16" grpId="0" animBg="1"/>
      <p:bldP spid="18" grpId="0" animBg="1"/>
      <p:bldP spid="20" grpId="0" animBg="1"/>
      <p:bldP spid="22" grpId="0" animBg="1"/>
      <p:bldP spid="24" grpId="0" animBg="1"/>
      <p:bldP spid="26" grpId="0" animBg="1"/>
      <p:bldP spid="28" grpId="0" animBg="1"/>
      <p:bldP spid="30" grpId="0" animBg="1"/>
      <p:bldP spid="32" grpId="0" animBg="1"/>
      <p:bldP spid="34" grpId="0" animBg="1"/>
      <p:bldP spid="36" grpId="0" animBg="1"/>
      <p:bldP spid="44" grpId="0" animBg="1"/>
      <p:bldP spid="46" grpId="0" animBg="1"/>
      <p:bldP spid="48" grpId="0" animBg="1"/>
      <p:bldP spid="51" grpId="0"/>
      <p:bldP spid="53" grpId="0"/>
      <p:bldP spid="55" grpId="0"/>
      <p:bldP spid="57" grpId="0"/>
      <p:bldP spid="59" grpId="0"/>
      <p:bldP spid="61" grpId="0"/>
      <p:bldP spid="63" grpId="0"/>
      <p:bldP spid="65" grpId="0"/>
      <p:bldP spid="67" grpId="0"/>
      <p:bldP spid="69" grpId="0"/>
      <p:bldP spid="71" grpId="0"/>
      <p:bldP spid="77" grpId="0"/>
      <p:bldP spid="81" grpId="0"/>
      <p:bldP spid="83" grpId="0"/>
      <p:bldP spid="85" grpId="0"/>
      <p:bldP spid="87" grpId="0"/>
      <p:bldP spid="89" grpId="0"/>
      <p:bldP spid="91" grpId="0"/>
      <p:bldP spid="93" grpId="0"/>
      <p:bldP spid="95" grpId="0"/>
      <p:bldP spid="96" grpId="0" animBg="1"/>
      <p:bldP spid="98" grpId="0" animBg="1"/>
      <p:bldP spid="99" grpId="0"/>
      <p:bldP spid="101" grpId="0"/>
      <p:bldP spid="102" grpId="0" animBg="1"/>
      <p:bldP spid="103" grpId="0"/>
      <p:bldP spid="52" grpId="0"/>
      <p:bldP spid="5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350F660-671C-4E36-BBCC-970A97042E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1637327"/>
              </p:ext>
            </p:extLst>
          </p:nvPr>
        </p:nvGraphicFramePr>
        <p:xfrm>
          <a:off x="223935" y="139959"/>
          <a:ext cx="11793894" cy="66433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19173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Arrow: Right 27">
            <a:extLst>
              <a:ext uri="{FF2B5EF4-FFF2-40B4-BE49-F238E27FC236}">
                <a16:creationId xmlns:a16="http://schemas.microsoft.com/office/drawing/2014/main" id="{8550AE98-FA0E-472A-A89E-E1AFDDF04550}"/>
              </a:ext>
            </a:extLst>
          </p:cNvPr>
          <p:cNvSpPr/>
          <p:nvPr/>
        </p:nvSpPr>
        <p:spPr>
          <a:xfrm>
            <a:off x="2047821" y="724536"/>
            <a:ext cx="978408" cy="484632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9A99F838-C79C-4DED-B38F-1B39ACC6A4EE}"/>
              </a:ext>
            </a:extLst>
          </p:cNvPr>
          <p:cNvSpPr/>
          <p:nvPr/>
        </p:nvSpPr>
        <p:spPr>
          <a:xfrm>
            <a:off x="2047821" y="1537373"/>
            <a:ext cx="978408" cy="484632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5B4B62E1-499F-49DB-84FA-36FF91313AEA}"/>
              </a:ext>
            </a:extLst>
          </p:cNvPr>
          <p:cNvSpPr/>
          <p:nvPr/>
        </p:nvSpPr>
        <p:spPr>
          <a:xfrm>
            <a:off x="2047821" y="2320174"/>
            <a:ext cx="978408" cy="484632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Arrow: Left 37">
            <a:extLst>
              <a:ext uri="{FF2B5EF4-FFF2-40B4-BE49-F238E27FC236}">
                <a16:creationId xmlns:a16="http://schemas.microsoft.com/office/drawing/2014/main" id="{56C81E05-4673-495E-844B-49522ED5E19C}"/>
              </a:ext>
            </a:extLst>
          </p:cNvPr>
          <p:cNvSpPr/>
          <p:nvPr/>
        </p:nvSpPr>
        <p:spPr>
          <a:xfrm>
            <a:off x="9192055" y="636706"/>
            <a:ext cx="978408" cy="484632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Arrow: Left 39">
            <a:extLst>
              <a:ext uri="{FF2B5EF4-FFF2-40B4-BE49-F238E27FC236}">
                <a16:creationId xmlns:a16="http://schemas.microsoft.com/office/drawing/2014/main" id="{837DEA77-794C-41EC-BECB-C0B713E782DA}"/>
              </a:ext>
            </a:extLst>
          </p:cNvPr>
          <p:cNvSpPr/>
          <p:nvPr/>
        </p:nvSpPr>
        <p:spPr>
          <a:xfrm>
            <a:off x="9165771" y="1478751"/>
            <a:ext cx="978408" cy="484632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Arrow: Left 41">
            <a:extLst>
              <a:ext uri="{FF2B5EF4-FFF2-40B4-BE49-F238E27FC236}">
                <a16:creationId xmlns:a16="http://schemas.microsoft.com/office/drawing/2014/main" id="{BBFD81A4-C8B6-405A-B6D0-4E7250284D68}"/>
              </a:ext>
            </a:extLst>
          </p:cNvPr>
          <p:cNvSpPr/>
          <p:nvPr/>
        </p:nvSpPr>
        <p:spPr>
          <a:xfrm>
            <a:off x="9192055" y="2422720"/>
            <a:ext cx="978408" cy="484632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3BF2D9F8-E227-4E08-ABC6-2ABA132A97B7}"/>
              </a:ext>
            </a:extLst>
          </p:cNvPr>
          <p:cNvSpPr/>
          <p:nvPr/>
        </p:nvSpPr>
        <p:spPr>
          <a:xfrm>
            <a:off x="6409229" y="674464"/>
            <a:ext cx="978408" cy="484632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84BD41FA-8143-4A54-B421-F08D3A62AF2B}"/>
              </a:ext>
            </a:extLst>
          </p:cNvPr>
          <p:cNvSpPr/>
          <p:nvPr/>
        </p:nvSpPr>
        <p:spPr>
          <a:xfrm>
            <a:off x="6409229" y="1537373"/>
            <a:ext cx="978408" cy="484632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1E08FE54-B716-47D2-A6B5-8D60E0007AEA}"/>
              </a:ext>
            </a:extLst>
          </p:cNvPr>
          <p:cNvSpPr/>
          <p:nvPr/>
        </p:nvSpPr>
        <p:spPr>
          <a:xfrm>
            <a:off x="6409229" y="2422720"/>
            <a:ext cx="978408" cy="484632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8ADD030-5F57-4BE5-939D-6CCE40CF2F7C}"/>
              </a:ext>
            </a:extLst>
          </p:cNvPr>
          <p:cNvSpPr/>
          <p:nvPr/>
        </p:nvSpPr>
        <p:spPr>
          <a:xfrm>
            <a:off x="3026229" y="531846"/>
            <a:ext cx="3383000" cy="26405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rgbClr val="0070C0"/>
                </a:solidFill>
              </a:rPr>
              <a:t>Model </a:t>
            </a:r>
          </a:p>
          <a:p>
            <a:pPr algn="ctr"/>
            <a:r>
              <a:rPr lang="en-US" sz="6000" b="1" dirty="0">
                <a:solidFill>
                  <a:srgbClr val="0070C0"/>
                </a:solidFill>
              </a:rPr>
              <a:t>is Learning </a:t>
            </a:r>
            <a:endParaRPr lang="en-IN" sz="6000" b="1" dirty="0">
              <a:solidFill>
                <a:srgbClr val="0070C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6F49DB-7A4A-4281-9268-D5455F58CB40}"/>
              </a:ext>
            </a:extLst>
          </p:cNvPr>
          <p:cNvSpPr txBox="1"/>
          <p:nvPr/>
        </p:nvSpPr>
        <p:spPr>
          <a:xfrm>
            <a:off x="499998" y="674464"/>
            <a:ext cx="15478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Input 8</a:t>
            </a:r>
            <a:endParaRPr lang="en-IN" sz="3200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8BF86E2-2DD2-49D6-8F8E-F1D3E9CD74C1}"/>
              </a:ext>
            </a:extLst>
          </p:cNvPr>
          <p:cNvSpPr txBox="1"/>
          <p:nvPr/>
        </p:nvSpPr>
        <p:spPr>
          <a:xfrm>
            <a:off x="425026" y="2320174"/>
            <a:ext cx="1711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Input 10</a:t>
            </a:r>
            <a:endParaRPr lang="en-IN" sz="32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C4E38DE-8125-4E60-A2FD-90C3EACEE289}"/>
              </a:ext>
            </a:extLst>
          </p:cNvPr>
          <p:cNvSpPr txBox="1"/>
          <p:nvPr/>
        </p:nvSpPr>
        <p:spPr>
          <a:xfrm>
            <a:off x="556728" y="1507337"/>
            <a:ext cx="15478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Input 9</a:t>
            </a:r>
            <a:endParaRPr lang="en-IN" sz="3200" b="1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E5B2F8E-FBDC-44DE-BA88-781183D95E3E}"/>
              </a:ext>
            </a:extLst>
          </p:cNvPr>
          <p:cNvSpPr txBox="1"/>
          <p:nvPr/>
        </p:nvSpPr>
        <p:spPr>
          <a:xfrm>
            <a:off x="7387637" y="549210"/>
            <a:ext cx="19868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output 8</a:t>
            </a:r>
            <a:endParaRPr lang="en-IN" sz="3200" b="1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950051F-44FB-4624-A453-594122E2EC7A}"/>
              </a:ext>
            </a:extLst>
          </p:cNvPr>
          <p:cNvSpPr txBox="1"/>
          <p:nvPr/>
        </p:nvSpPr>
        <p:spPr>
          <a:xfrm>
            <a:off x="7330907" y="1437230"/>
            <a:ext cx="19868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output 9</a:t>
            </a:r>
            <a:endParaRPr lang="en-IN" sz="3200" b="1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4E648A4-7F62-4112-BA46-C78C96210EC9}"/>
              </a:ext>
            </a:extLst>
          </p:cNvPr>
          <p:cNvSpPr txBox="1"/>
          <p:nvPr/>
        </p:nvSpPr>
        <p:spPr>
          <a:xfrm>
            <a:off x="7387637" y="2372648"/>
            <a:ext cx="19868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output 10</a:t>
            </a:r>
            <a:endParaRPr lang="en-IN" sz="3200" b="1" dirty="0"/>
          </a:p>
        </p:txBody>
      </p:sp>
      <p:sp>
        <p:nvSpPr>
          <p:cNvPr id="56" name="Left Brace 55">
            <a:extLst>
              <a:ext uri="{FF2B5EF4-FFF2-40B4-BE49-F238E27FC236}">
                <a16:creationId xmlns:a16="http://schemas.microsoft.com/office/drawing/2014/main" id="{206A45D3-2B09-4435-A47E-DAEA09E335FB}"/>
              </a:ext>
            </a:extLst>
          </p:cNvPr>
          <p:cNvSpPr/>
          <p:nvPr/>
        </p:nvSpPr>
        <p:spPr>
          <a:xfrm rot="10800000">
            <a:off x="10330077" y="522134"/>
            <a:ext cx="347494" cy="2608438"/>
          </a:xfrm>
          <a:prstGeom prst="leftBrace">
            <a:avLst/>
          </a:prstGeom>
          <a:ln w="38100">
            <a:solidFill>
              <a:schemeClr val="tx1"/>
            </a:solidFill>
          </a:ln>
          <a:scene3d>
            <a:camera prst="perspectiveFront"/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9F913A-FDD1-4AF4-A186-44FFC26617B1}"/>
              </a:ext>
            </a:extLst>
          </p:cNvPr>
          <p:cNvSpPr txBox="1"/>
          <p:nvPr/>
        </p:nvSpPr>
        <p:spPr>
          <a:xfrm>
            <a:off x="10677571" y="2230016"/>
            <a:ext cx="1297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Model Evaluation 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2914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9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9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0" grpId="0" animBg="1"/>
      <p:bldP spid="32" grpId="0" animBg="1"/>
      <p:bldP spid="38" grpId="0" animBg="1"/>
      <p:bldP spid="40" grpId="0" animBg="1"/>
      <p:bldP spid="42" grpId="0" animBg="1"/>
      <p:bldP spid="44" grpId="0" animBg="1"/>
      <p:bldP spid="46" grpId="0" animBg="1"/>
      <p:bldP spid="48" grpId="0" animBg="1"/>
      <p:bldP spid="65" grpId="0"/>
      <p:bldP spid="67" grpId="0"/>
      <p:bldP spid="69" grpId="0"/>
      <p:bldP spid="91" grpId="0"/>
      <p:bldP spid="93" grpId="0"/>
      <p:bldP spid="95" grpId="0"/>
      <p:bldP spid="56" grpId="0" animBg="1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07CCB-751C-4561-B5B6-9701B7696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39" y="4002832"/>
            <a:ext cx="10010191" cy="1046226"/>
          </a:xfrm>
        </p:spPr>
        <p:txBody>
          <a:bodyPr/>
          <a:lstStyle/>
          <a:p>
            <a:pPr algn="ctr"/>
            <a:r>
              <a:rPr lang="en-US" dirty="0"/>
              <a:t>Thank You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7503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110</Words>
  <Application>Microsoft Office PowerPoint</Application>
  <PresentationFormat>Widescreen</PresentationFormat>
  <Paragraphs>48</Paragraphs>
  <Slides>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Piyush Dave</dc:creator>
  <cp:lastModifiedBy>Piyush Dave</cp:lastModifiedBy>
  <cp:revision>13</cp:revision>
  <dcterms:created xsi:type="dcterms:W3CDTF">2020-10-06T08:17:43Z</dcterms:created>
  <dcterms:modified xsi:type="dcterms:W3CDTF">2022-07-05T02:25:14Z</dcterms:modified>
</cp:coreProperties>
</file>